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63" r:id="rId2"/>
    <p:sldId id="270" r:id="rId3"/>
    <p:sldId id="273" r:id="rId4"/>
    <p:sldId id="274" r:id="rId5"/>
    <p:sldId id="275" r:id="rId6"/>
    <p:sldId id="276" r:id="rId7"/>
    <p:sldId id="277" r:id="rId8"/>
    <p:sldId id="279" r:id="rId9"/>
    <p:sldId id="280" r:id="rId10"/>
    <p:sldId id="278" r:id="rId11"/>
    <p:sldId id="282" r:id="rId12"/>
    <p:sldId id="281" r:id="rId13"/>
    <p:sldId id="283" r:id="rId14"/>
    <p:sldId id="284" r:id="rId15"/>
    <p:sldId id="285" r:id="rId16"/>
    <p:sldId id="271" r:id="rId17"/>
    <p:sldId id="286" r:id="rId18"/>
    <p:sldId id="272" r:id="rId19"/>
    <p:sldId id="287" r:id="rId20"/>
    <p:sldId id="288" r:id="rId21"/>
    <p:sldId id="289" r:id="rId22"/>
    <p:sldId id="291" r:id="rId23"/>
    <p:sldId id="292" r:id="rId24"/>
    <p:sldId id="293" r:id="rId25"/>
    <p:sldId id="290" r:id="rId26"/>
    <p:sldId id="294" r:id="rId27"/>
    <p:sldId id="296" r:id="rId28"/>
    <p:sldId id="297" r:id="rId29"/>
    <p:sldId id="298" r:id="rId30"/>
    <p:sldId id="295" r:id="rId31"/>
    <p:sldId id="269" r:id="rId32"/>
    <p:sldId id="264" r:id="rId33"/>
    <p:sldId id="265" r:id="rId34"/>
    <p:sldId id="266" r:id="rId35"/>
    <p:sldId id="267" r:id="rId36"/>
    <p:sldId id="268" r:id="rId37"/>
    <p:sldId id="261" r:id="rId38"/>
    <p:sldId id="260" r:id="rId39"/>
    <p:sldId id="256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C44C"/>
    <a:srgbClr val="297CCB"/>
    <a:srgbClr val="E73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val>
            <c:numRef>
              <c:f>Sheet1!$A$2:$A$4</c:f>
              <c:numCache>
                <c:formatCode>General</c:formatCode>
                <c:ptCount val="3"/>
                <c:pt idx="0">
                  <c:v>25</c:v>
                </c:pt>
                <c:pt idx="1">
                  <c:v>50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7C-44F6-8992-7445C568815D}"/>
            </c:ext>
          </c:extLst>
        </c:ser>
        <c:ser>
          <c:idx val="1"/>
          <c:order val="1"/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D8C44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533-4DBD-8A55-5C1D14ECF3F0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50</c:v>
                </c:pt>
                <c:pt idx="2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D7C-44F6-8992-7445C56881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9636351"/>
        <c:axId val="159620031"/>
      </c:barChart>
      <c:catAx>
        <c:axId val="159636351"/>
        <c:scaling>
          <c:orientation val="minMax"/>
        </c:scaling>
        <c:delete val="1"/>
        <c:axPos val="l"/>
        <c:majorTickMark val="none"/>
        <c:minorTickMark val="none"/>
        <c:tickLblPos val="nextTo"/>
        <c:crossAx val="159620031"/>
        <c:crosses val="autoZero"/>
        <c:auto val="1"/>
        <c:lblAlgn val="ctr"/>
        <c:lblOffset val="100"/>
        <c:noMultiLvlLbl val="0"/>
      </c:catAx>
      <c:valAx>
        <c:axId val="159620031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596363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spPr>
            <a:solidFill>
              <a:srgbClr val="E7372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Sheet1!$A$7:$A$9</c:f>
              <c:numCache>
                <c:formatCode>General</c:formatCode>
                <c:ptCount val="3"/>
                <c:pt idx="0">
                  <c:v>38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9A-4F76-8691-5F171706641E}"/>
            </c:ext>
          </c:extLst>
        </c:ser>
        <c:ser>
          <c:idx val="1"/>
          <c:order val="1"/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val>
            <c:numRef>
              <c:f>Sheet1!$B$7:$B$9</c:f>
              <c:numCache>
                <c:formatCode>General</c:formatCode>
                <c:ptCount val="3"/>
                <c:pt idx="0">
                  <c:v>24</c:v>
                </c:pt>
                <c:pt idx="1">
                  <c:v>50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29A-4F76-8691-5F171706641E}"/>
            </c:ext>
          </c:extLst>
        </c:ser>
        <c:ser>
          <c:idx val="2"/>
          <c:order val="2"/>
          <c:spPr>
            <a:solidFill>
              <a:srgbClr val="297CC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Sheet1!$C$7:$C$9</c:f>
              <c:numCache>
                <c:formatCode>General</c:formatCode>
                <c:ptCount val="3"/>
                <c:pt idx="0">
                  <c:v>38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29A-4F76-8691-5F171706641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463193951"/>
        <c:axId val="1463177631"/>
      </c:barChart>
      <c:catAx>
        <c:axId val="1463193951"/>
        <c:scaling>
          <c:orientation val="minMax"/>
        </c:scaling>
        <c:delete val="1"/>
        <c:axPos val="l"/>
        <c:majorTickMark val="none"/>
        <c:minorTickMark val="none"/>
        <c:tickLblPos val="nextTo"/>
        <c:crossAx val="1463177631"/>
        <c:crosses val="autoZero"/>
        <c:auto val="1"/>
        <c:lblAlgn val="ctr"/>
        <c:lblOffset val="100"/>
        <c:noMultiLvlLbl val="0"/>
      </c:catAx>
      <c:valAx>
        <c:axId val="1463177631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4631939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786730-2C7F-4C48-AD63-F50FD47957F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BFCDC7-F5D8-47F5-AFA1-FB9B32346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689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28EF6-3A15-15E2-CD98-C8AC418C2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CFB9D1-C463-C54C-4DB2-5184B4148B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0BEEE-FA05-AC40-8AE4-C97924BE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74E5A9-DFCC-DCC6-38E9-413A226AC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4C614-9824-137B-082C-C28184ED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8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358A4-1654-47F1-AEDD-9CF7A90EF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E2A4B-6605-9382-A4AE-B2B287F34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92AB0-3FD7-D84E-0725-9D5B1D868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3484D-3012-299C-94F7-8D4F4AF5F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09508-9D76-56A6-5233-82F50E5A7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305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94376-889F-0A80-8724-E256BE9C4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B2DDB1-2CF8-AB9F-6850-DFC0E26C0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FC612-292B-DA03-D8E3-CC2A8DE64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36C31-7D28-FAF5-D0C9-E267106CA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2FB9A-F513-20FB-9F9F-EBB50B2F2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705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8E041-AD60-5F6A-BE7B-273F0BAE6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E0D7B-A9CF-15CE-84E0-E28BBA234C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75E6CD-AC4C-D9FB-1E6C-E451C4CA2B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9D907D-E7C8-B7EE-F456-52284014A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4CFAEF-1CFD-93E8-197C-66DADCC23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D41DB-E664-FA36-8F5D-376A05F87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68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9208B-08C6-D0E3-5B2E-5EDE9CDCE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2E488-BEF8-C74E-DEC8-DDB78F987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D47F7-9323-343F-886C-E334C8547B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25532A-52C3-7D23-5008-A12CE5EF47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3E1F44-E1A6-F8D3-1044-4381E3D0B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36FCDB-7097-4264-5D5D-3B5B687E0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BFEF6B-7B68-8AD4-40D1-9E0D7CA0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7FB8B9-672C-B121-1D1F-A4301F1B8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90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9A93D-F854-49C8-CA36-48A9EDA6B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56D79E-09D3-CAA9-4214-2A5301E28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D4A3F6-8B9A-63AE-84F7-8EA905BAA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8B7662-A39F-6444-49BD-3EF2AF291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10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34807C-9298-5108-E521-B4DF38199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89B971-1971-ECE9-FF21-3DC7F1799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0E713-2600-C157-0095-951429410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50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604D-96B4-4D88-E92F-47CC9B907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675E9-A027-267A-4132-3035BC0A3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0D2874-EC49-5B7E-703E-F1DF005BCE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C0DDF-DA4B-C8E3-9319-17825A0E5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E1A68-66BA-7F6B-2FD4-AC3928A31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0175D-299B-E815-CD08-C677341A3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743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5769D-9F00-19F9-3187-8E76D73C3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78412E-5CCB-3E87-9D56-11179E45BA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F4133E-CC67-44A9-E552-EC9EDEA38A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B0E45C-9115-7D8C-A843-8A6F87101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2CF014-9675-889D-1BEE-951E2639D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D89BB3-D7F1-7F54-A16C-32C91BC02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39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4540-8352-935D-370D-9D0E6C81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6ACA7D-C11A-7FDD-B2AA-79CEFD135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D2754-A33E-9746-2D1D-8A1888796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F85F9-0AFC-5AA2-2BBA-64EA2D8E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7EFB1-ECD8-88A6-86F7-78A7EAFE4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04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19BED7-1E5D-44EE-76B2-CFFBF85BF6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5CA24F-1681-73B0-59F2-76AFB9511E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35C55-8D31-EDB1-C1C8-D5AD801A5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5B429-46E2-DBB1-B886-45A47E764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3FE7A-123C-3587-436D-1F7CA40F0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9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1AB6E2-A1B3-10AC-823D-2356D4C8F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2C3A9-BD52-39F6-D9B8-C77588797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E3F5A-3B4E-BCDE-ECB3-C546CF3E25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EEF45-28CC-454E-AF3F-584F42B34867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3FF1C-0174-AB08-F1A1-0661F41050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676600-71BF-0974-4124-364F2EA28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692076-D637-481E-8567-CB68F2FB1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02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C6CCB-47EA-14C0-1B51-5E961F4F3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A775561-B28A-FAC5-012D-6E4734BB7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545" y="3092649"/>
            <a:ext cx="9144000" cy="7003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F36901-ED5D-37D9-BD0E-751497D2C03A}"/>
              </a:ext>
            </a:extLst>
          </p:cNvPr>
          <p:cNvSpPr txBox="1"/>
          <p:nvPr/>
        </p:nvSpPr>
        <p:spPr>
          <a:xfrm>
            <a:off x="995017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8902D6-53F4-7CDE-0136-8ACE1A7F7D26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C282A30E-10D1-9799-4B63-FDAD00434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F3D930D-4CDF-7AA8-F134-76BC25D01AC4}"/>
              </a:ext>
            </a:extLst>
          </p:cNvPr>
          <p:cNvSpPr txBox="1"/>
          <p:nvPr/>
        </p:nvSpPr>
        <p:spPr>
          <a:xfrm>
            <a:off x="3355786" y="4903238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7C3854-6657-0876-51DA-C31ACADFDDBC}"/>
              </a:ext>
            </a:extLst>
          </p:cNvPr>
          <p:cNvSpPr txBox="1"/>
          <p:nvPr/>
        </p:nvSpPr>
        <p:spPr>
          <a:xfrm>
            <a:off x="8126225" y="4903238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1470D9-0E28-AED7-B6B8-D5C71E0A8052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B08520-EFE2-D4BF-459B-9B0FFE88FFC4}"/>
              </a:ext>
            </a:extLst>
          </p:cNvPr>
          <p:cNvSpPr txBox="1"/>
          <p:nvPr/>
        </p:nvSpPr>
        <p:spPr>
          <a:xfrm>
            <a:off x="5191097" y="98236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unc-75-5</a:t>
            </a:r>
          </a:p>
        </p:txBody>
      </p:sp>
    </p:spTree>
    <p:extLst>
      <p:ext uri="{BB962C8B-B14F-4D97-AF65-F5344CB8AC3E}">
        <p14:creationId xmlns:p14="http://schemas.microsoft.com/office/powerpoint/2010/main" val="26677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BDD1A-7525-36FD-1C2E-B3976BD5B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11F2AB-09E7-B391-E33F-DA3F37E54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545" y="3092649"/>
            <a:ext cx="9144000" cy="7003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555072-AE35-EC30-2408-79EF3D51E4EC}"/>
              </a:ext>
            </a:extLst>
          </p:cNvPr>
          <p:cNvSpPr txBox="1"/>
          <p:nvPr/>
        </p:nvSpPr>
        <p:spPr>
          <a:xfrm>
            <a:off x="995017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120E1C-5DE8-1897-A541-DE41CCF9F3A1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9A59D30A-F5D5-2067-87AD-A9232968CF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950CF38-3B1D-0DC3-AEAC-04A3E05796F5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4AE00D-7DF6-0232-39D6-89930722207B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BA4E77-E7F5-C767-0FAF-8517F57A576E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BA7B88-C833-B517-B3C0-2A08FFA720B1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</p:spTree>
    <p:extLst>
      <p:ext uri="{BB962C8B-B14F-4D97-AF65-F5344CB8AC3E}">
        <p14:creationId xmlns:p14="http://schemas.microsoft.com/office/powerpoint/2010/main" val="1278882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0283-884F-336F-1109-883F2C086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FD13AB-ADF4-70C3-4DA4-FD36C867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545" y="3092649"/>
            <a:ext cx="9144000" cy="7003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8AE47AB-C235-5EA1-1A2F-0E10523D7417}"/>
              </a:ext>
            </a:extLst>
          </p:cNvPr>
          <p:cNvSpPr txBox="1"/>
          <p:nvPr/>
        </p:nvSpPr>
        <p:spPr>
          <a:xfrm>
            <a:off x="936025" y="331328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58D27D-F734-9331-BDAF-39A64FAF28F1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0A4758AD-57E0-1EAE-84A5-4B5BA931B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5741169-F34D-47E1-3F45-CFD3059BB622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F26652-F2BB-092E-852A-3F2342122CEE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3D4681-86C9-F04C-518B-AD245AD7B8DF}"/>
              </a:ext>
            </a:extLst>
          </p:cNvPr>
          <p:cNvSpPr txBox="1"/>
          <p:nvPr/>
        </p:nvSpPr>
        <p:spPr>
          <a:xfrm>
            <a:off x="761337" y="335750"/>
            <a:ext cx="2884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8404B6-1B58-61E3-3CEE-21023C535E1B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</p:spTree>
    <p:extLst>
      <p:ext uri="{BB962C8B-B14F-4D97-AF65-F5344CB8AC3E}">
        <p14:creationId xmlns:p14="http://schemas.microsoft.com/office/powerpoint/2010/main" val="3395425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BC539-C043-7545-6F24-3E839CB9C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F9760B7-A63E-53DF-932D-89176A855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545" y="3092649"/>
            <a:ext cx="9144000" cy="7003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54E7BF-7094-5527-0DBC-DD6223BF9EB1}"/>
              </a:ext>
            </a:extLst>
          </p:cNvPr>
          <p:cNvSpPr txBox="1"/>
          <p:nvPr/>
        </p:nvSpPr>
        <p:spPr>
          <a:xfrm>
            <a:off x="936025" y="331328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CE5CC5-D543-D6F3-7731-53E41C4901DA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F05C2DD4-B968-C465-6756-E478ECEB93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6BEE48A-00FF-0A13-67DC-3A1610C0792A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86C94C-7E64-4D46-5CE3-FCF2AB9DB015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A82B29-7AB0-AD35-4B5F-371BD86CF554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B532DA-6F80-352A-84F9-D6A988AA61B0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</p:spTree>
    <p:extLst>
      <p:ext uri="{BB962C8B-B14F-4D97-AF65-F5344CB8AC3E}">
        <p14:creationId xmlns:p14="http://schemas.microsoft.com/office/powerpoint/2010/main" val="545386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F4079-32B9-7B40-5E82-87A63B58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69E937A-7341-C22A-A211-B8CCB561F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545" y="3092649"/>
            <a:ext cx="9144000" cy="7003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3BD44B-FEF4-EF68-2387-2F308259BB2C}"/>
              </a:ext>
            </a:extLst>
          </p:cNvPr>
          <p:cNvSpPr txBox="1"/>
          <p:nvPr/>
        </p:nvSpPr>
        <p:spPr>
          <a:xfrm>
            <a:off x="808207" y="331328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3F2882-C091-A9EB-6E15-AC2D8CE2C7EA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88EF0F8E-F007-F78F-FAD5-2FD0DDDD1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F6B2EE7-78DB-F445-89B0-586C3A7AC8AD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B9F947-232B-64F3-AA90-FCF5435BAC2C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7F00DD-8547-2CA2-0309-B8A213EF8767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62EDAD-8364-0C9F-17C9-CA4B0A1E7FB5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</p:spTree>
    <p:extLst>
      <p:ext uri="{BB962C8B-B14F-4D97-AF65-F5344CB8AC3E}">
        <p14:creationId xmlns:p14="http://schemas.microsoft.com/office/powerpoint/2010/main" val="2311829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06E54-FA18-422E-0409-0CBBE3423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545A1743-54F0-B37F-9B2D-7C85280FE3EA}"/>
              </a:ext>
            </a:extLst>
          </p:cNvPr>
          <p:cNvSpPr txBox="1"/>
          <p:nvPr/>
        </p:nvSpPr>
        <p:spPr>
          <a:xfrm>
            <a:off x="1014682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B1DE2-0A1C-26B4-130C-4C888C25F021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43990BFE-D610-EBC0-3C1C-3E08BA0C9C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3A5016-12B0-04B0-0E43-3A981B3B21D4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8350BB-A392-12DA-C5F2-53B06BE553BE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27652-CC80-DE6C-0F8C-0D6439012E64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7196DE-5D2B-A40F-B240-4E4F349A35C2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CA8FA1-F36F-512A-CF35-7248FD27D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57" y="3143223"/>
            <a:ext cx="9144000" cy="70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083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55467-BF54-ABBC-7F22-EE2AE3F0E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AC619FA-CC96-C852-D8EC-FD54B192C33A}"/>
              </a:ext>
            </a:extLst>
          </p:cNvPr>
          <p:cNvSpPr txBox="1"/>
          <p:nvPr/>
        </p:nvSpPr>
        <p:spPr>
          <a:xfrm>
            <a:off x="1034350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9070A4-1090-9BA6-17B5-2F747E9692C0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E5FE8686-7491-2188-09F1-F7A82791B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3749B84-0880-696C-B060-99FBF885A854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1842F-D308-7BA1-7BC8-C78B11B5ACBB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A9197C-70F6-D58E-41E5-E743039137E8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4623BA-6CF9-396A-2F34-45FE5E3F3900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FF60C4-8139-2F63-8BD1-39A887843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57" y="3143223"/>
            <a:ext cx="9144000" cy="70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460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EF34D-4908-CB7B-0317-6CDBF24DC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C51F4AC-4C4A-4FAD-3DF0-49A76894B708}"/>
              </a:ext>
            </a:extLst>
          </p:cNvPr>
          <p:cNvSpPr txBox="1"/>
          <p:nvPr/>
        </p:nvSpPr>
        <p:spPr>
          <a:xfrm>
            <a:off x="926193" y="331328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FF5BE-BF56-95C0-5DF1-4703A8C8032A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D340702C-4098-CB0D-09BB-8817196FB8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BCE5B09-BE33-ECEC-5DE2-9B97C8390D65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99D014-D29C-15EE-6823-95C77517257A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60DD5F-81F7-3D0B-33DA-9A5F458CE19F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ABA63E-A25C-C0AD-AE8E-F22E6F274D7D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7A14BE-992D-3626-6A98-0490762E0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57" y="3143223"/>
            <a:ext cx="9144000" cy="70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584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FD106-364C-53A0-F480-3D6FB9440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560C88D-DFF6-3A7D-C61C-383C4629A9C8}"/>
              </a:ext>
            </a:extLst>
          </p:cNvPr>
          <p:cNvSpPr txBox="1"/>
          <p:nvPr/>
        </p:nvSpPr>
        <p:spPr>
          <a:xfrm>
            <a:off x="926193" y="331328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A74CA8-6481-508C-E767-410A3C73DB64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4A1461F4-ED93-A853-F215-7A13104FE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16CB0C5-D68E-4F60-36D4-BF2F9CDB8FEF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988A96-22B5-CCDC-82C5-4850B3E77A56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C754B9-D098-A49A-4ED4-F1F42F31E7EC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E9D362-71FF-E588-67F5-4CAB2F0F8BE3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19A89-0A7B-4F6C-96D5-379702EC7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57" y="3143223"/>
            <a:ext cx="9144000" cy="70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19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6712F-7C95-B641-DFCA-DCF77971F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0CC5E32-BDF4-CBC4-F73C-F93E04A22EC9}"/>
              </a:ext>
            </a:extLst>
          </p:cNvPr>
          <p:cNvSpPr txBox="1"/>
          <p:nvPr/>
        </p:nvSpPr>
        <p:spPr>
          <a:xfrm>
            <a:off x="808207" y="331328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4A938-5163-08E9-488E-D6DF5F058A08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34DBB085-12BE-855D-A4D4-2E3914B4C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C19AD2C-27BD-355C-1A7B-89B4DCDB0C84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E5A3DA-CD83-29F2-11F8-363BDED9D27C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C3C1BE-1DFD-9709-AAFF-A2175632F409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997DBF-93F5-558C-E687-E86656A4FC0E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B2165E-18B3-4D5D-51CE-19F351E15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57" y="3143223"/>
            <a:ext cx="9144000" cy="70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7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1D72-0AF5-F30B-712D-8026B4479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B92E9A4-9DC4-8DB3-88E0-129C210299B3}"/>
              </a:ext>
            </a:extLst>
          </p:cNvPr>
          <p:cNvSpPr txBox="1"/>
          <p:nvPr/>
        </p:nvSpPr>
        <p:spPr>
          <a:xfrm>
            <a:off x="1004849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A5629-AC94-B7CD-6872-78CC0E785C2C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DE0D83D0-6051-0A13-EC37-BC87E218C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2F1D115-77C1-0CD3-1379-16552771AFEA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5DEC41-0927-0407-F0AA-29D55BD873F3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05FA4E-C5D9-5262-7324-24F29625E578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D1E97C-B3D8-2861-7547-021E7D5DEF60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1AFCC-4054-D614-3B96-B21C9EDE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544" y="3132295"/>
            <a:ext cx="9144000" cy="69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867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D28C1-8280-BC32-8B1E-D30D3FC3D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5474507A-35B6-3AB6-0A13-A3250202545B}"/>
              </a:ext>
            </a:extLst>
          </p:cNvPr>
          <p:cNvSpPr txBox="1"/>
          <p:nvPr/>
        </p:nvSpPr>
        <p:spPr>
          <a:xfrm>
            <a:off x="965520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4F0992-217D-EC7E-0875-DBE3A0D7487A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E160DCA3-3C77-D72A-BA52-8C4C2E76EF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76BA401-B8E9-3091-DF73-717951B6A189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31DABC-86A4-006F-7D5A-B0136B1A3D48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5A38F7-20AE-B02A-D621-B854A31D4F7C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110392-AFB7-9E9D-ED1D-076EB5E23E8E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EE7B5A-3815-EE0A-756C-5E978164F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544" y="3112631"/>
            <a:ext cx="9144000" cy="69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292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9904D-5EA5-AE21-7C17-E9041A99A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A17C4B4-33FE-6CF7-8ED0-8785C6BCCC94}"/>
              </a:ext>
            </a:extLst>
          </p:cNvPr>
          <p:cNvSpPr txBox="1"/>
          <p:nvPr/>
        </p:nvSpPr>
        <p:spPr>
          <a:xfrm>
            <a:off x="906528" y="331328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F3FBA0-6D55-B659-FF60-D32F43158A46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27948A4A-42E8-0C95-2566-DA48C1679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3163780-96ED-7725-60C0-F758A7BA2A87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E0C4-647A-5384-2546-59B4F2DCFA6B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83537E-1F6C-D455-3066-3AB721AE62E6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8B9374-EFFC-2EC0-81DA-EA8E698610BD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473575-FBB4-BEA8-6DE7-EA51F6D1F2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544" y="3112631"/>
            <a:ext cx="9144000" cy="69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00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FF017-8AA1-0DFA-2AC7-C194BC0E4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1A0FA8-B563-BE04-3B51-6382C6EA3740}"/>
              </a:ext>
            </a:extLst>
          </p:cNvPr>
          <p:cNvSpPr txBox="1"/>
          <p:nvPr/>
        </p:nvSpPr>
        <p:spPr>
          <a:xfrm>
            <a:off x="906528" y="331328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4AB79C-2066-F88B-C617-D834DB0B1522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13E8798E-912A-81C9-54C5-A8EBC8FF3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861944E-E866-A1C7-D6D8-3A943358BF24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DD433B-65F5-7DE6-BA35-E67B11431067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D52A71-29AE-12A6-8824-BE6D8B06A54E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7855CF-A1F1-AE66-8B81-4D5A98551651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5B03EA-DAFF-3417-0A04-A31E74816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544" y="3112631"/>
            <a:ext cx="9144000" cy="69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902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C3DCF-61A5-5077-37E8-0717D31DC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6287E0D-30FE-9D97-BE45-F128DF5D2E8C}"/>
              </a:ext>
            </a:extLst>
          </p:cNvPr>
          <p:cNvSpPr txBox="1"/>
          <p:nvPr/>
        </p:nvSpPr>
        <p:spPr>
          <a:xfrm>
            <a:off x="778711" y="331328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BEEEAC-D6C5-D880-B387-182929C1EC69}"/>
              </a:ext>
            </a:extLst>
          </p:cNvPr>
          <p:cNvSpPr txBox="1"/>
          <p:nvPr/>
        </p:nvSpPr>
        <p:spPr>
          <a:xfrm>
            <a:off x="10583515" y="3313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A363B5C0-E3F4-D512-2544-7FACE22B15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69F910A-8A45-5598-8C2D-46E73D4E80AA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0FBF5-8374-6C7A-EA48-5000B70A769A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CA4CAD-B0FC-92AA-0C37-7EC36A329A97}"/>
              </a:ext>
            </a:extLst>
          </p:cNvPr>
          <p:cNvSpPr txBox="1"/>
          <p:nvPr/>
        </p:nvSpPr>
        <p:spPr>
          <a:xfrm>
            <a:off x="761337" y="335750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75% chance of winning $8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5EA247-DF1D-07DB-7F28-716E5F5D7CDC}"/>
              </a:ext>
            </a:extLst>
          </p:cNvPr>
          <p:cNvSpPr txBox="1"/>
          <p:nvPr/>
        </p:nvSpPr>
        <p:spPr>
          <a:xfrm>
            <a:off x="4940851" y="251407"/>
            <a:ext cx="2115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unc-75-8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925AD0-52F6-BCEF-010C-A4D17827E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544" y="3112631"/>
            <a:ext cx="9144000" cy="69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9266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37A77-B9A9-1495-9622-788A66636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ED87B951-FF30-B8AD-3A7C-EECC077AC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973F4E-9F75-040C-BE4E-33DA54A3FCDE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D7538-7E85-E83E-8952-092670A52260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27422B-7FD4-AF9B-F632-0F22ED121F73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DD7DE-EE96-A795-B2D4-7F749698BCA5}"/>
              </a:ext>
            </a:extLst>
          </p:cNvPr>
          <p:cNvSpPr txBox="1"/>
          <p:nvPr/>
        </p:nvSpPr>
        <p:spPr>
          <a:xfrm>
            <a:off x="1038617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7F6E2F-07DF-F679-61C5-42A8CFEE0437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09E04F-84E1-42B6-8BE0-A2784EFE4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35" y="3004621"/>
            <a:ext cx="9164329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050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CB2F9-3062-329F-7D66-0CF9B72AB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3C9008C0-45E8-4A75-BA70-81531696F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2AE527-C590-AC3E-FA35-1A2816A0B7FA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2DC7FE-8159-7D98-073E-7AC483B8AEED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4554F84-42C8-DB56-0906-9F3F1D504FDC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738B3-3A48-49E5-3292-C51DF7C76B3A}"/>
              </a:ext>
            </a:extLst>
          </p:cNvPr>
          <p:cNvSpPr txBox="1"/>
          <p:nvPr/>
        </p:nvSpPr>
        <p:spPr>
          <a:xfrm>
            <a:off x="1038617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22A84B-21CF-FC27-BA5C-7B41C889D1E7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44F87F-1346-C029-E4FA-DF2922CD5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35" y="3004621"/>
            <a:ext cx="9164329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4562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5724A-B9C1-2C87-3542-8E11CAF90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8A60DBB8-B7A7-03A8-D002-ACD9946A2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F15DD27-6268-F9F0-542F-7F15564326EF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BEDC03-FB31-BCDB-4D52-FE24D91ED606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60F99B-F150-74F8-EEC4-309AF135B623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C737C9-E302-F3E8-491F-7E59796B9F90}"/>
              </a:ext>
            </a:extLst>
          </p:cNvPr>
          <p:cNvSpPr txBox="1"/>
          <p:nvPr/>
        </p:nvSpPr>
        <p:spPr>
          <a:xfrm>
            <a:off x="979625" y="311753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6EBC6C-7F9D-9283-3B36-3EA5E628C308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81496-573C-2A87-D6B5-7B6F12B02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35" y="3004621"/>
            <a:ext cx="9164329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848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053CE-486D-65FF-5277-436C1FEB0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2005DD98-53DD-C70C-2793-E6F30D279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311AC7-AEA2-55BD-FD5C-0C711C78B756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B28092-0334-A142-A906-6EF789DF3C59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07E06E-66C8-B4DB-BA1C-E8A19A095C34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7DE9D-BE51-121B-B51E-D3C4C7C87FF1}"/>
              </a:ext>
            </a:extLst>
          </p:cNvPr>
          <p:cNvSpPr txBox="1"/>
          <p:nvPr/>
        </p:nvSpPr>
        <p:spPr>
          <a:xfrm>
            <a:off x="979625" y="311753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61B15D-E7BD-8FF8-203E-95D6A0E05A76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05A18-EA3D-F2F3-8521-7F2F204BB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35" y="3004621"/>
            <a:ext cx="9164329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75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AAD0A-457F-13FB-7E84-8C5C47EC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C3473E9E-8CDB-E937-7533-C95EA63C8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A9A417F-EC7A-9777-CA3A-484383813BB8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5D8750-85E9-A734-3BEC-EC0090F54811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4ACEBF-CD20-DBE9-09C0-2EDFA68E0A85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991F48-B5A1-86A9-8B3D-17C6673F3B01}"/>
              </a:ext>
            </a:extLst>
          </p:cNvPr>
          <p:cNvSpPr txBox="1"/>
          <p:nvPr/>
        </p:nvSpPr>
        <p:spPr>
          <a:xfrm>
            <a:off x="871473" y="311753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78E10-D622-7E57-A047-BF37FAAF2DC1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5A958D-EAA2-A4CC-F2B4-6247FDC37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35" y="3004621"/>
            <a:ext cx="9164329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A2DC4-3384-F5F9-5428-E67BA4CC8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D6256553-6BC7-37ED-919A-94CD18A65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4EB311-7F75-B731-E1A4-729588688F08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158825-CCE7-B648-7BBB-B5A1F726FECE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F0CE33-0373-0E36-F001-45621E5C787D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E78639-0032-95A5-FCA2-A98A5C141895}"/>
              </a:ext>
            </a:extLst>
          </p:cNvPr>
          <p:cNvSpPr txBox="1"/>
          <p:nvPr/>
        </p:nvSpPr>
        <p:spPr>
          <a:xfrm>
            <a:off x="1087780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88D3B3-2F3A-5298-893C-A0F672557D8E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C7A02C-44E5-7FE6-1D20-638377302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615" y="2924383"/>
            <a:ext cx="9135750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746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68E15-8157-4200-0B13-A2172CDF0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8645EAA0-30C3-6A36-3371-F6DB5F1AC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9CE148A-885E-3BC7-7A1E-EC0E2B1FA865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C8C263-B2E9-4839-7737-A6D0339A119E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DE3001-861B-0B6F-A3B1-7502DBC7DA97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FD1176-EB84-1496-4AAD-181C3C8759CC}"/>
              </a:ext>
            </a:extLst>
          </p:cNvPr>
          <p:cNvSpPr txBox="1"/>
          <p:nvPr/>
        </p:nvSpPr>
        <p:spPr>
          <a:xfrm>
            <a:off x="1087780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322ED-AB8F-75F4-766E-8774E9BB1CCF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49A0EE1-0CD6-D830-DC62-84E82D230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615" y="2924383"/>
            <a:ext cx="9135750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675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61C1D-1888-02A2-484B-200B5A9FC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F37A6DE7-AE56-1111-F50A-477DE7DBE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B7FA18D-00F1-9F04-C4EE-E487DEF69AA3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301682-37A2-42EC-C804-1103C59A0D34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3C0E2F-FEEF-55F2-911E-77D8218E61EC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39C4A-D57A-1C75-DD7B-6E95C16A955A}"/>
              </a:ext>
            </a:extLst>
          </p:cNvPr>
          <p:cNvSpPr txBox="1"/>
          <p:nvPr/>
        </p:nvSpPr>
        <p:spPr>
          <a:xfrm>
            <a:off x="1009124" y="311753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A199F6-00FA-FDBF-200E-343636E4E23C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C57C64-62BD-AD34-82A7-5B64F2A7A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615" y="2924383"/>
            <a:ext cx="9135750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30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B4999-DD58-2464-8ECF-32D98567C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9A6C1AC4-E6D6-9FE4-753B-853F21C30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542D4C8-6D4C-36A4-D3F6-1606DEF524E4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0998BC-31B7-1BFC-5B58-743CD397832F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383DF2-9F8B-5EFA-F510-B35AE2130863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33BA13-8AC5-4B37-BF1B-50C8A9269FFE}"/>
              </a:ext>
            </a:extLst>
          </p:cNvPr>
          <p:cNvSpPr txBox="1"/>
          <p:nvPr/>
        </p:nvSpPr>
        <p:spPr>
          <a:xfrm>
            <a:off x="1009124" y="311753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A737B1-DF35-4F04-718D-97969F3E6EBD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CBA0EF-33B3-2AB1-0EFE-72F80A484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615" y="2924383"/>
            <a:ext cx="9135750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409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55A23-F25A-B683-EEF3-AA2933DE0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A36AEA81-357D-B01E-A9A9-616EAF9D5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FE109D7-D4D0-9275-3831-13AC9FF32EE2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A47A8E-2FED-AF2A-6C02-A77514C5048D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A0B26F-260D-7FA0-C380-6C4C96A22BDF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92F45C-6E25-9DA9-A311-68D058D0B872}"/>
              </a:ext>
            </a:extLst>
          </p:cNvPr>
          <p:cNvSpPr txBox="1"/>
          <p:nvPr/>
        </p:nvSpPr>
        <p:spPr>
          <a:xfrm>
            <a:off x="871473" y="311753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F38122-A3AC-A781-FBA4-5A96DD1B0475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2DFD39-2766-3512-F4C3-175802E5A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615" y="2924383"/>
            <a:ext cx="9135750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45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E2B58-AFBA-E171-C6EE-95D32672B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C26F152F-1492-98B6-4EFC-ACA36D01A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09AD240-D8A6-7257-F012-5F227277E54C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556BA5-061B-D288-A580-1F75C5FCA6C5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1723C4-EE7F-805B-403E-6C398B83A035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754A9-7AA5-500C-ED9C-1E42524AF51E}"/>
              </a:ext>
            </a:extLst>
          </p:cNvPr>
          <p:cNvSpPr txBox="1"/>
          <p:nvPr/>
        </p:nvSpPr>
        <p:spPr>
          <a:xfrm>
            <a:off x="1097611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1DCE2-6DF9-3829-FD34-22B1D05C7F18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E461D-2EA0-2BB4-37CB-2932FA2C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088" y="2924689"/>
            <a:ext cx="915480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1685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47AD-3507-6393-9B7B-DE091478F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6A70E845-FB73-91DB-0940-5580B3CDC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8E221FE-921F-8A4F-E07E-CDA9F0AA9C19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6FADB0-7FC1-DCDD-B927-CA30065D8653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3DF151-C93C-AE19-2888-8B82BD8BD1F4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397A33-CB35-7E62-2C32-7BB976D00CFE}"/>
              </a:ext>
            </a:extLst>
          </p:cNvPr>
          <p:cNvSpPr txBox="1"/>
          <p:nvPr/>
        </p:nvSpPr>
        <p:spPr>
          <a:xfrm>
            <a:off x="1097611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DBF445-37F9-8117-52D5-98EBD0985085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E7C3B-1454-1F57-0854-9279EAD95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088" y="2924689"/>
            <a:ext cx="915480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609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5DC80-4716-380F-74CF-BB4421F6A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FEB70F95-DDC8-AFA5-FBD3-0F2972F4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3D82C2-3AC3-8EC7-F4FD-DC36DEFC8C5E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0A95FE-705D-6B5C-338C-6CBD7D0608C0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220200-24E9-3AAD-D186-94906A78754C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AB476C-39F9-C877-FCB2-DDEC8BCE5097}"/>
              </a:ext>
            </a:extLst>
          </p:cNvPr>
          <p:cNvSpPr txBox="1"/>
          <p:nvPr/>
        </p:nvSpPr>
        <p:spPr>
          <a:xfrm>
            <a:off x="999290" y="311753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591CB8-8D1C-05C7-5F84-C895E0D18695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B390A3-21AD-8F37-5B90-082BC2BB2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088" y="2924689"/>
            <a:ext cx="915480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912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1216B-04E8-0A39-3492-8AE272834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470903BB-9768-B5CC-3A05-CBB93CEF21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09F0BDF-94C8-B655-04EF-827428F30EDD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CE3468-0572-D429-1876-331DA1C3D69A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48A92F8-1008-25DE-BE40-5D2A62A3E416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0DE557-E195-D846-2428-438D0DDCA97D}"/>
              </a:ext>
            </a:extLst>
          </p:cNvPr>
          <p:cNvSpPr txBox="1"/>
          <p:nvPr/>
        </p:nvSpPr>
        <p:spPr>
          <a:xfrm>
            <a:off x="999290" y="311753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D6FC8-4E91-2C8A-1196-45709AD17BE9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DF4C8B-3A82-1B25-119F-3C646EEBB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088" y="2924689"/>
            <a:ext cx="915480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700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A739-67A2-AC6B-4AD1-162E2E08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C6851402-DA5C-5771-ECF9-95B19C508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586" y="1267952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BF0B0A9-6775-A67F-BA25-7E01ACD25B63}"/>
              </a:ext>
            </a:extLst>
          </p:cNvPr>
          <p:cNvSpPr txBox="1"/>
          <p:nvPr/>
        </p:nvSpPr>
        <p:spPr>
          <a:xfrm>
            <a:off x="6993066" y="4809542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D352D-D7E7-0F75-66A2-C0F6848266B6}"/>
              </a:ext>
            </a:extLst>
          </p:cNvPr>
          <p:cNvSpPr txBox="1"/>
          <p:nvPr/>
        </p:nvSpPr>
        <p:spPr>
          <a:xfrm>
            <a:off x="4041905" y="480954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67BFC3-85AE-C6F7-BD43-AFC74B2B57B6}"/>
              </a:ext>
            </a:extLst>
          </p:cNvPr>
          <p:cNvSpPr txBox="1"/>
          <p:nvPr/>
        </p:nvSpPr>
        <p:spPr>
          <a:xfrm>
            <a:off x="4940851" y="251407"/>
            <a:ext cx="218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Filename: amb-74-8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B8BEE-8D53-F16A-A343-E19F1720BB8A}"/>
              </a:ext>
            </a:extLst>
          </p:cNvPr>
          <p:cNvSpPr txBox="1"/>
          <p:nvPr/>
        </p:nvSpPr>
        <p:spPr>
          <a:xfrm>
            <a:off x="871473" y="311753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14FBB4-FE02-DFC1-55FD-6409E24DC366}"/>
              </a:ext>
            </a:extLst>
          </p:cNvPr>
          <p:cNvSpPr txBox="1"/>
          <p:nvPr/>
        </p:nvSpPr>
        <p:spPr>
          <a:xfrm>
            <a:off x="10627115" y="311753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B61804-3002-46B7-770B-5FA112B21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088" y="2924689"/>
            <a:ext cx="915480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967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3C17F-2BC4-965E-04C2-6E3CE90A7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A31BF3-BBE1-A199-795C-C4F04680D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865" y="1535463"/>
            <a:ext cx="9144000" cy="7003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A0327B-AF50-FA3E-D19D-2ED8BFF2A3AF}"/>
              </a:ext>
            </a:extLst>
          </p:cNvPr>
          <p:cNvSpPr txBox="1"/>
          <p:nvPr/>
        </p:nvSpPr>
        <p:spPr>
          <a:xfrm>
            <a:off x="761337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2BDA47-C431-9991-2041-B238BFFE089D}"/>
              </a:ext>
            </a:extLst>
          </p:cNvPr>
          <p:cNvSpPr txBox="1"/>
          <p:nvPr/>
        </p:nvSpPr>
        <p:spPr>
          <a:xfrm>
            <a:off x="10349835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EED9C26D-C47D-6004-AB79-76CCC7763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172" y="18926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A9F609E3-CBF3-C399-BB3A-09E7DFDB8566}"/>
              </a:ext>
            </a:extLst>
          </p:cNvPr>
          <p:cNvSpPr/>
          <p:nvPr/>
        </p:nvSpPr>
        <p:spPr>
          <a:xfrm>
            <a:off x="6087618" y="335750"/>
            <a:ext cx="233680" cy="203200"/>
          </a:xfrm>
          <a:prstGeom prst="ellipse">
            <a:avLst/>
          </a:prstGeom>
          <a:solidFill>
            <a:srgbClr val="E737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8C14BD-62BB-7954-9A33-6761003DAB51}"/>
              </a:ext>
            </a:extLst>
          </p:cNvPr>
          <p:cNvSpPr txBox="1"/>
          <p:nvPr/>
        </p:nvSpPr>
        <p:spPr>
          <a:xfrm>
            <a:off x="2023581" y="6152918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DD0EF0-3BED-10AD-A8F8-19ACD473E341}"/>
              </a:ext>
            </a:extLst>
          </p:cNvPr>
          <p:cNvSpPr txBox="1"/>
          <p:nvPr/>
        </p:nvSpPr>
        <p:spPr>
          <a:xfrm>
            <a:off x="9355585" y="6152918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35ACE9-FAAA-13EF-2107-D61F03C60949}"/>
              </a:ext>
            </a:extLst>
          </p:cNvPr>
          <p:cNvSpPr txBox="1"/>
          <p:nvPr/>
        </p:nvSpPr>
        <p:spPr>
          <a:xfrm>
            <a:off x="780391" y="254664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7D6DD-E0A0-6294-091C-796E9CDB8B06}"/>
              </a:ext>
            </a:extLst>
          </p:cNvPr>
          <p:cNvSpPr txBox="1"/>
          <p:nvPr/>
        </p:nvSpPr>
        <p:spPr>
          <a:xfrm>
            <a:off x="10349835" y="25748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493854-EDC1-3C90-DA3E-36D84806257E}"/>
              </a:ext>
            </a:extLst>
          </p:cNvPr>
          <p:cNvSpPr txBox="1"/>
          <p:nvPr/>
        </p:nvSpPr>
        <p:spPr>
          <a:xfrm>
            <a:off x="761337" y="335750"/>
            <a:ext cx="1491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Uncertainty </a:t>
            </a:r>
          </a:p>
          <a:p>
            <a:r>
              <a:rPr lang="en-US" dirty="0"/>
              <a:t>75% lotteries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A205E7-7809-37E7-3947-8E83B3673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919" y="2400895"/>
            <a:ext cx="9144000" cy="70034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AB4FDF-EC35-4A2F-11FA-D19505F7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864" y="3283268"/>
            <a:ext cx="9144000" cy="70034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73BFFB7-304E-A97C-0F47-E20AC97C79C0}"/>
              </a:ext>
            </a:extLst>
          </p:cNvPr>
          <p:cNvSpPr txBox="1"/>
          <p:nvPr/>
        </p:nvSpPr>
        <p:spPr>
          <a:xfrm>
            <a:off x="656959" y="34487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D361C5-E835-DA14-62AF-CAA19BCC3001}"/>
              </a:ext>
            </a:extLst>
          </p:cNvPr>
          <p:cNvSpPr txBox="1"/>
          <p:nvPr/>
        </p:nvSpPr>
        <p:spPr>
          <a:xfrm>
            <a:off x="10349835" y="344877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043D37A5-E3E3-2006-9778-2D357400AC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919" y="4095640"/>
            <a:ext cx="9144000" cy="70034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1AB9E70-8B24-4B3B-D1FF-DE615EE8FD86}"/>
              </a:ext>
            </a:extLst>
          </p:cNvPr>
          <p:cNvSpPr txBox="1"/>
          <p:nvPr/>
        </p:nvSpPr>
        <p:spPr>
          <a:xfrm>
            <a:off x="676014" y="426114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79FB93-DAF1-6187-8A56-DF4C45018C15}"/>
              </a:ext>
            </a:extLst>
          </p:cNvPr>
          <p:cNvSpPr txBox="1"/>
          <p:nvPr/>
        </p:nvSpPr>
        <p:spPr>
          <a:xfrm>
            <a:off x="10368890" y="426114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61A636B-7B8A-DC1F-0A9C-C47691A75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835" y="4968722"/>
            <a:ext cx="9144000" cy="70034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51C6FEB-5034-A214-2558-C962778D1426}"/>
              </a:ext>
            </a:extLst>
          </p:cNvPr>
          <p:cNvSpPr txBox="1"/>
          <p:nvPr/>
        </p:nvSpPr>
        <p:spPr>
          <a:xfrm>
            <a:off x="568330" y="51342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A234D-6966-F4DB-AA3A-B024C9185B06}"/>
              </a:ext>
            </a:extLst>
          </p:cNvPr>
          <p:cNvSpPr txBox="1"/>
          <p:nvPr/>
        </p:nvSpPr>
        <p:spPr>
          <a:xfrm>
            <a:off x="10362806" y="513423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</p:spTree>
    <p:extLst>
      <p:ext uri="{BB962C8B-B14F-4D97-AF65-F5344CB8AC3E}">
        <p14:creationId xmlns:p14="http://schemas.microsoft.com/office/powerpoint/2010/main" val="1321667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67C7B-9AD4-F8D3-1D01-0590B77AE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250E6BB-28DC-7D8B-5BF0-EF1EF1F1A325}"/>
              </a:ext>
            </a:extLst>
          </p:cNvPr>
          <p:cNvSpPr txBox="1"/>
          <p:nvPr/>
        </p:nvSpPr>
        <p:spPr>
          <a:xfrm>
            <a:off x="761337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6E5C36-8A43-56D1-A900-D9C1F1032A9C}"/>
              </a:ext>
            </a:extLst>
          </p:cNvPr>
          <p:cNvSpPr txBox="1"/>
          <p:nvPr/>
        </p:nvSpPr>
        <p:spPr>
          <a:xfrm>
            <a:off x="10349835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A5B5AD16-27D6-BEAA-3CBA-E3D36FFCA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172" y="18926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B4B105D1-0279-7F0E-9A90-C3287E4392F2}"/>
              </a:ext>
            </a:extLst>
          </p:cNvPr>
          <p:cNvSpPr/>
          <p:nvPr/>
        </p:nvSpPr>
        <p:spPr>
          <a:xfrm>
            <a:off x="6087618" y="335750"/>
            <a:ext cx="233680" cy="203200"/>
          </a:xfrm>
          <a:prstGeom prst="ellipse">
            <a:avLst/>
          </a:prstGeom>
          <a:solidFill>
            <a:srgbClr val="E737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52026D-6A6C-95DE-F6DB-2ACC2E5959ED}"/>
              </a:ext>
            </a:extLst>
          </p:cNvPr>
          <p:cNvSpPr txBox="1"/>
          <p:nvPr/>
        </p:nvSpPr>
        <p:spPr>
          <a:xfrm>
            <a:off x="2023581" y="6152918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A9C076-040D-79B5-044F-5CB7F9EDE647}"/>
              </a:ext>
            </a:extLst>
          </p:cNvPr>
          <p:cNvSpPr txBox="1"/>
          <p:nvPr/>
        </p:nvSpPr>
        <p:spPr>
          <a:xfrm>
            <a:off x="9325105" y="600731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576D2E-4784-FC4D-97D8-CBEA7907D63D}"/>
              </a:ext>
            </a:extLst>
          </p:cNvPr>
          <p:cNvSpPr txBox="1"/>
          <p:nvPr/>
        </p:nvSpPr>
        <p:spPr>
          <a:xfrm>
            <a:off x="780391" y="254664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120141-A800-8C7E-3A5D-C689E8D774CF}"/>
              </a:ext>
            </a:extLst>
          </p:cNvPr>
          <p:cNvSpPr txBox="1"/>
          <p:nvPr/>
        </p:nvSpPr>
        <p:spPr>
          <a:xfrm>
            <a:off x="10349835" y="25748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454E9B-FBC9-7A8A-BF8C-9E7FD98EB94D}"/>
              </a:ext>
            </a:extLst>
          </p:cNvPr>
          <p:cNvSpPr txBox="1"/>
          <p:nvPr/>
        </p:nvSpPr>
        <p:spPr>
          <a:xfrm>
            <a:off x="761337" y="335750"/>
            <a:ext cx="1491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Uncertainty </a:t>
            </a:r>
          </a:p>
          <a:p>
            <a:r>
              <a:rPr lang="en-US" dirty="0"/>
              <a:t>50% lotteries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9F0748-A277-B8AD-8995-5E87700EFE75}"/>
              </a:ext>
            </a:extLst>
          </p:cNvPr>
          <p:cNvSpPr txBox="1"/>
          <p:nvPr/>
        </p:nvSpPr>
        <p:spPr>
          <a:xfrm>
            <a:off x="656959" y="34487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974BAE-F233-5CF8-1E0F-E32CB472FA70}"/>
              </a:ext>
            </a:extLst>
          </p:cNvPr>
          <p:cNvSpPr txBox="1"/>
          <p:nvPr/>
        </p:nvSpPr>
        <p:spPr>
          <a:xfrm>
            <a:off x="10349835" y="344877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166398-D5B3-F2A6-25E0-42E0450C4EC2}"/>
              </a:ext>
            </a:extLst>
          </p:cNvPr>
          <p:cNvSpPr txBox="1"/>
          <p:nvPr/>
        </p:nvSpPr>
        <p:spPr>
          <a:xfrm>
            <a:off x="676014" y="426114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5ECD0C-BB27-3F48-7044-25E59E6F3B17}"/>
              </a:ext>
            </a:extLst>
          </p:cNvPr>
          <p:cNvSpPr txBox="1"/>
          <p:nvPr/>
        </p:nvSpPr>
        <p:spPr>
          <a:xfrm>
            <a:off x="10368890" y="426114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799814-4206-06BE-690E-6191DC9B4D7A}"/>
              </a:ext>
            </a:extLst>
          </p:cNvPr>
          <p:cNvSpPr txBox="1"/>
          <p:nvPr/>
        </p:nvSpPr>
        <p:spPr>
          <a:xfrm>
            <a:off x="568330" y="51342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9CD66A-2998-7D20-DBE7-DC441C69D348}"/>
              </a:ext>
            </a:extLst>
          </p:cNvPr>
          <p:cNvSpPr txBox="1"/>
          <p:nvPr/>
        </p:nvSpPr>
        <p:spPr>
          <a:xfrm>
            <a:off x="10362806" y="513423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4536A-AA53-6ACF-ECF4-7BD2347BD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74" y="1669777"/>
            <a:ext cx="9144000" cy="7094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AFC2FF-BAE4-464C-BDE2-884430ABD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806" y="2428764"/>
            <a:ext cx="9144000" cy="7094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D2D2C5-E539-2F15-6006-52E9AE426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74" y="3272153"/>
            <a:ext cx="9144000" cy="7094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659C78-5C5B-44CF-AFC2-C78B13248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919" y="4115542"/>
            <a:ext cx="9144000" cy="7094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BB022B-C67E-4D1D-8057-7DA5192E0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806" y="4943820"/>
            <a:ext cx="9144000" cy="70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7022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8F6F-A664-E4DF-5A9D-03ABAC7D9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C4E36B2-6C52-D3FC-8DF9-7CD2EB005DAE}"/>
              </a:ext>
            </a:extLst>
          </p:cNvPr>
          <p:cNvSpPr txBox="1"/>
          <p:nvPr/>
        </p:nvSpPr>
        <p:spPr>
          <a:xfrm>
            <a:off x="761337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35EEC3-422A-D440-DA89-5DECE2ECA7E5}"/>
              </a:ext>
            </a:extLst>
          </p:cNvPr>
          <p:cNvSpPr txBox="1"/>
          <p:nvPr/>
        </p:nvSpPr>
        <p:spPr>
          <a:xfrm>
            <a:off x="10349835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C19C31D3-6EE6-1DC1-4846-E2D4B0F78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172" y="18926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EE9DF84C-334C-0890-EA00-913C7E70DA34}"/>
              </a:ext>
            </a:extLst>
          </p:cNvPr>
          <p:cNvSpPr/>
          <p:nvPr/>
        </p:nvSpPr>
        <p:spPr>
          <a:xfrm>
            <a:off x="6087618" y="335750"/>
            <a:ext cx="233680" cy="203200"/>
          </a:xfrm>
          <a:prstGeom prst="ellipse">
            <a:avLst/>
          </a:prstGeom>
          <a:solidFill>
            <a:srgbClr val="E737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2B8BE7-4E06-E2B5-33A5-66D02DF120F3}"/>
              </a:ext>
            </a:extLst>
          </p:cNvPr>
          <p:cNvSpPr txBox="1"/>
          <p:nvPr/>
        </p:nvSpPr>
        <p:spPr>
          <a:xfrm>
            <a:off x="2023581" y="6152918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AAF144-1EC4-024F-25F7-5F8F8468471D}"/>
              </a:ext>
            </a:extLst>
          </p:cNvPr>
          <p:cNvSpPr txBox="1"/>
          <p:nvPr/>
        </p:nvSpPr>
        <p:spPr>
          <a:xfrm>
            <a:off x="9325105" y="600731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C41D7B-2C75-DFF4-A96D-EE2A078088CB}"/>
              </a:ext>
            </a:extLst>
          </p:cNvPr>
          <p:cNvSpPr txBox="1"/>
          <p:nvPr/>
        </p:nvSpPr>
        <p:spPr>
          <a:xfrm>
            <a:off x="780391" y="254664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177FAE-5F00-F616-3923-40FAAA328EC8}"/>
              </a:ext>
            </a:extLst>
          </p:cNvPr>
          <p:cNvSpPr txBox="1"/>
          <p:nvPr/>
        </p:nvSpPr>
        <p:spPr>
          <a:xfrm>
            <a:off x="10349835" y="25748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EFCD56-12A6-12BF-A6A2-46FA75B9E761}"/>
              </a:ext>
            </a:extLst>
          </p:cNvPr>
          <p:cNvSpPr txBox="1"/>
          <p:nvPr/>
        </p:nvSpPr>
        <p:spPr>
          <a:xfrm>
            <a:off x="761337" y="335750"/>
            <a:ext cx="1491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Uncertainty </a:t>
            </a:r>
          </a:p>
          <a:p>
            <a:r>
              <a:rPr lang="en-US" dirty="0"/>
              <a:t>25% lotteries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E847A2-8AF0-4440-0B96-E6876EA9943B}"/>
              </a:ext>
            </a:extLst>
          </p:cNvPr>
          <p:cNvSpPr txBox="1"/>
          <p:nvPr/>
        </p:nvSpPr>
        <p:spPr>
          <a:xfrm>
            <a:off x="656959" y="34487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69F726-8521-5F2A-A7C4-F0BC87911D7E}"/>
              </a:ext>
            </a:extLst>
          </p:cNvPr>
          <p:cNvSpPr txBox="1"/>
          <p:nvPr/>
        </p:nvSpPr>
        <p:spPr>
          <a:xfrm>
            <a:off x="10349835" y="344877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E14034-C912-518A-08D0-EFC57583BB38}"/>
              </a:ext>
            </a:extLst>
          </p:cNvPr>
          <p:cNvSpPr txBox="1"/>
          <p:nvPr/>
        </p:nvSpPr>
        <p:spPr>
          <a:xfrm>
            <a:off x="676014" y="426114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624145-52B8-E9A8-7DAD-22298AD09E32}"/>
              </a:ext>
            </a:extLst>
          </p:cNvPr>
          <p:cNvSpPr txBox="1"/>
          <p:nvPr/>
        </p:nvSpPr>
        <p:spPr>
          <a:xfrm>
            <a:off x="10368890" y="426114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CF9F4D3-82F9-86D4-0FE3-56A4AACB418F}"/>
              </a:ext>
            </a:extLst>
          </p:cNvPr>
          <p:cNvSpPr txBox="1"/>
          <p:nvPr/>
        </p:nvSpPr>
        <p:spPr>
          <a:xfrm>
            <a:off x="568330" y="51342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F1FC79-EEC4-3121-9CD9-82DDDBD79032}"/>
              </a:ext>
            </a:extLst>
          </p:cNvPr>
          <p:cNvSpPr txBox="1"/>
          <p:nvPr/>
        </p:nvSpPr>
        <p:spPr>
          <a:xfrm>
            <a:off x="10362806" y="513423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9B745-2C38-28D6-1FAA-3D6EF77CB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0" y="1583190"/>
            <a:ext cx="9144000" cy="691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C3A61B-BE16-37B0-398D-B11C672A1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74" y="2385858"/>
            <a:ext cx="9144000" cy="6919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EF6C52-4D9E-BCD3-564F-1E9609C83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74" y="3287453"/>
            <a:ext cx="9144000" cy="69197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BA94AA-30CE-B491-4C68-437BD9736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0" y="4135624"/>
            <a:ext cx="9144000" cy="6919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F944E2E-0666-E1BC-253A-6446859D5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74" y="4972907"/>
            <a:ext cx="9144000" cy="69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035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214CF-4E2D-244D-5AB0-DF526C73A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98C871-40A6-B553-B8C9-A31DC9F88BCA}"/>
              </a:ext>
            </a:extLst>
          </p:cNvPr>
          <p:cNvSpPr txBox="1"/>
          <p:nvPr/>
        </p:nvSpPr>
        <p:spPr>
          <a:xfrm>
            <a:off x="761337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AD172B-E82F-6FA7-ADAE-95F2C5DC2721}"/>
              </a:ext>
            </a:extLst>
          </p:cNvPr>
          <p:cNvSpPr txBox="1"/>
          <p:nvPr/>
        </p:nvSpPr>
        <p:spPr>
          <a:xfrm>
            <a:off x="10349835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76B8CC02-6E36-A61F-39B0-6755C7F6E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172" y="18926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D6EF8236-7A5E-50BC-5F33-AE0A5D35ADB4}"/>
              </a:ext>
            </a:extLst>
          </p:cNvPr>
          <p:cNvSpPr/>
          <p:nvPr/>
        </p:nvSpPr>
        <p:spPr>
          <a:xfrm>
            <a:off x="6087618" y="335750"/>
            <a:ext cx="233680" cy="203200"/>
          </a:xfrm>
          <a:prstGeom prst="ellipse">
            <a:avLst/>
          </a:prstGeom>
          <a:solidFill>
            <a:srgbClr val="E737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15D2DC-F7FA-8B42-DA15-B9C2088308BD}"/>
              </a:ext>
            </a:extLst>
          </p:cNvPr>
          <p:cNvSpPr txBox="1"/>
          <p:nvPr/>
        </p:nvSpPr>
        <p:spPr>
          <a:xfrm>
            <a:off x="2023581" y="6152918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2018AC-7188-03A3-0733-04464AE2DF04}"/>
              </a:ext>
            </a:extLst>
          </p:cNvPr>
          <p:cNvSpPr txBox="1"/>
          <p:nvPr/>
        </p:nvSpPr>
        <p:spPr>
          <a:xfrm>
            <a:off x="9325105" y="600731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9780F4-3EBA-7116-1BBA-F3614533E473}"/>
              </a:ext>
            </a:extLst>
          </p:cNvPr>
          <p:cNvSpPr txBox="1"/>
          <p:nvPr/>
        </p:nvSpPr>
        <p:spPr>
          <a:xfrm>
            <a:off x="780391" y="254664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B230AA-F250-CB98-A9B6-DBA55CC8E783}"/>
              </a:ext>
            </a:extLst>
          </p:cNvPr>
          <p:cNvSpPr txBox="1"/>
          <p:nvPr/>
        </p:nvSpPr>
        <p:spPr>
          <a:xfrm>
            <a:off x="10349835" y="25748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5D51A-0162-0426-8C6B-8E3DE813A45A}"/>
              </a:ext>
            </a:extLst>
          </p:cNvPr>
          <p:cNvSpPr txBox="1"/>
          <p:nvPr/>
        </p:nvSpPr>
        <p:spPr>
          <a:xfrm>
            <a:off x="761337" y="335750"/>
            <a:ext cx="1223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Ambiguity </a:t>
            </a:r>
          </a:p>
          <a:p>
            <a:r>
              <a:rPr lang="en-US" dirty="0"/>
              <a:t>74%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8C055D-D453-C107-32FD-6A3D478C6592}"/>
              </a:ext>
            </a:extLst>
          </p:cNvPr>
          <p:cNvSpPr txBox="1"/>
          <p:nvPr/>
        </p:nvSpPr>
        <p:spPr>
          <a:xfrm>
            <a:off x="656959" y="34487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F818-28FB-7441-DB52-C9533279116C}"/>
              </a:ext>
            </a:extLst>
          </p:cNvPr>
          <p:cNvSpPr txBox="1"/>
          <p:nvPr/>
        </p:nvSpPr>
        <p:spPr>
          <a:xfrm>
            <a:off x="10349835" y="344877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581062D-C23A-20C6-11B3-051F6D132FA3}"/>
              </a:ext>
            </a:extLst>
          </p:cNvPr>
          <p:cNvSpPr txBox="1"/>
          <p:nvPr/>
        </p:nvSpPr>
        <p:spPr>
          <a:xfrm>
            <a:off x="676014" y="426114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CBCC7E-0E04-3F05-E08F-D0F3B37055C5}"/>
              </a:ext>
            </a:extLst>
          </p:cNvPr>
          <p:cNvSpPr txBox="1"/>
          <p:nvPr/>
        </p:nvSpPr>
        <p:spPr>
          <a:xfrm>
            <a:off x="10368890" y="426114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F1883A-8337-6037-D9BA-F24B804081E0}"/>
              </a:ext>
            </a:extLst>
          </p:cNvPr>
          <p:cNvSpPr txBox="1"/>
          <p:nvPr/>
        </p:nvSpPr>
        <p:spPr>
          <a:xfrm>
            <a:off x="568330" y="51342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DB725-8031-FEFF-750F-0084C3233DB9}"/>
              </a:ext>
            </a:extLst>
          </p:cNvPr>
          <p:cNvSpPr txBox="1"/>
          <p:nvPr/>
        </p:nvSpPr>
        <p:spPr>
          <a:xfrm>
            <a:off x="10362806" y="513423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FAF184-9080-B3D6-A94D-FC59AE009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555" y="1643181"/>
            <a:ext cx="9164329" cy="6477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6572B0-D164-EB54-1620-0B7912FD4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74" y="2390203"/>
            <a:ext cx="9164329" cy="647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98C2B0-2035-F02D-9B7F-DD7CC955A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167" y="3252873"/>
            <a:ext cx="9164329" cy="6477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1CAD6C-82C2-741D-1F14-A4E78D362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4072325"/>
            <a:ext cx="9164329" cy="647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6ECBCE2-DEE0-8014-A149-DB2E011E8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4995001"/>
            <a:ext cx="9164329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278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034A0-EA64-E131-FCB8-5EDE8BB7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EE04C38-5C94-0058-536A-69EA39E630D3}"/>
              </a:ext>
            </a:extLst>
          </p:cNvPr>
          <p:cNvSpPr txBox="1"/>
          <p:nvPr/>
        </p:nvSpPr>
        <p:spPr>
          <a:xfrm>
            <a:off x="761337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D87EE7-C986-2F46-7488-F374E9FDDC6A}"/>
              </a:ext>
            </a:extLst>
          </p:cNvPr>
          <p:cNvSpPr txBox="1"/>
          <p:nvPr/>
        </p:nvSpPr>
        <p:spPr>
          <a:xfrm>
            <a:off x="10349835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37693904-CA04-3BA1-9834-8174EC4CCB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172" y="18926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80317760-5545-61A3-D1CF-1D4C384940EB}"/>
              </a:ext>
            </a:extLst>
          </p:cNvPr>
          <p:cNvSpPr/>
          <p:nvPr/>
        </p:nvSpPr>
        <p:spPr>
          <a:xfrm>
            <a:off x="6087618" y="335750"/>
            <a:ext cx="233680" cy="203200"/>
          </a:xfrm>
          <a:prstGeom prst="ellipse">
            <a:avLst/>
          </a:prstGeom>
          <a:solidFill>
            <a:srgbClr val="E737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EBC5B-EEDB-74FB-55DE-537E4411E71B}"/>
              </a:ext>
            </a:extLst>
          </p:cNvPr>
          <p:cNvSpPr txBox="1"/>
          <p:nvPr/>
        </p:nvSpPr>
        <p:spPr>
          <a:xfrm>
            <a:off x="2023581" y="6152918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22FC93-BA34-98B7-0114-E109F35EC070}"/>
              </a:ext>
            </a:extLst>
          </p:cNvPr>
          <p:cNvSpPr txBox="1"/>
          <p:nvPr/>
        </p:nvSpPr>
        <p:spPr>
          <a:xfrm>
            <a:off x="9325105" y="600731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641404-21DC-9C2C-0A6C-3BE63B64DE7E}"/>
              </a:ext>
            </a:extLst>
          </p:cNvPr>
          <p:cNvSpPr txBox="1"/>
          <p:nvPr/>
        </p:nvSpPr>
        <p:spPr>
          <a:xfrm>
            <a:off x="780391" y="254664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6B8B17-4B3F-A74C-3742-D451E81AA9AE}"/>
              </a:ext>
            </a:extLst>
          </p:cNvPr>
          <p:cNvSpPr txBox="1"/>
          <p:nvPr/>
        </p:nvSpPr>
        <p:spPr>
          <a:xfrm>
            <a:off x="10349835" y="25748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1DA0A-EAD8-1B0D-0435-2E93B715B27E}"/>
              </a:ext>
            </a:extLst>
          </p:cNvPr>
          <p:cNvSpPr txBox="1"/>
          <p:nvPr/>
        </p:nvSpPr>
        <p:spPr>
          <a:xfrm>
            <a:off x="761337" y="335750"/>
            <a:ext cx="1223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Ambiguity </a:t>
            </a:r>
          </a:p>
          <a:p>
            <a:r>
              <a:rPr lang="en-US" dirty="0"/>
              <a:t>50%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F2FC1D-CC29-1E23-BF2B-155628F07B25}"/>
              </a:ext>
            </a:extLst>
          </p:cNvPr>
          <p:cNvSpPr txBox="1"/>
          <p:nvPr/>
        </p:nvSpPr>
        <p:spPr>
          <a:xfrm>
            <a:off x="656959" y="34487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B2252F-1777-E159-837E-72670BFA2AEC}"/>
              </a:ext>
            </a:extLst>
          </p:cNvPr>
          <p:cNvSpPr txBox="1"/>
          <p:nvPr/>
        </p:nvSpPr>
        <p:spPr>
          <a:xfrm>
            <a:off x="10349835" y="344877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9A6DBB-DAFB-B426-DD95-653E5CBFA4CB}"/>
              </a:ext>
            </a:extLst>
          </p:cNvPr>
          <p:cNvSpPr txBox="1"/>
          <p:nvPr/>
        </p:nvSpPr>
        <p:spPr>
          <a:xfrm>
            <a:off x="676014" y="426114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0AC755-0214-C3AD-0410-6E126FEEDA6E}"/>
              </a:ext>
            </a:extLst>
          </p:cNvPr>
          <p:cNvSpPr txBox="1"/>
          <p:nvPr/>
        </p:nvSpPr>
        <p:spPr>
          <a:xfrm>
            <a:off x="10368890" y="426114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F25135-B855-4153-8BCE-E120015B7748}"/>
              </a:ext>
            </a:extLst>
          </p:cNvPr>
          <p:cNvSpPr txBox="1"/>
          <p:nvPr/>
        </p:nvSpPr>
        <p:spPr>
          <a:xfrm>
            <a:off x="568330" y="51342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65C0E0-3481-D118-922C-189116A2A22B}"/>
              </a:ext>
            </a:extLst>
          </p:cNvPr>
          <p:cNvSpPr txBox="1"/>
          <p:nvPr/>
        </p:nvSpPr>
        <p:spPr>
          <a:xfrm>
            <a:off x="10362806" y="513423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1C7602-E749-EEE5-7155-64A120C03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167" y="1635639"/>
            <a:ext cx="9135750" cy="6573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6180DA3-964E-4AC7-A7F0-B83F99667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2413413"/>
            <a:ext cx="9135750" cy="6573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90BE37E-957D-22EC-2CAC-D07F1C58B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3301294"/>
            <a:ext cx="9135750" cy="65731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BD20D4C-019A-9517-CCE5-D662E059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4106093"/>
            <a:ext cx="9135750" cy="65731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EC8DCE2-7B5F-0A34-47E5-8142D6E76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4946895"/>
            <a:ext cx="9135750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112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5C853-0360-6C66-D15F-6A3824D9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934B46B-0FE7-AA6E-4E50-965174B2E924}"/>
              </a:ext>
            </a:extLst>
          </p:cNvPr>
          <p:cNvSpPr txBox="1"/>
          <p:nvPr/>
        </p:nvSpPr>
        <p:spPr>
          <a:xfrm>
            <a:off x="761337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08C529-7EE5-5001-0E51-6341E8C3AB9B}"/>
              </a:ext>
            </a:extLst>
          </p:cNvPr>
          <p:cNvSpPr txBox="1"/>
          <p:nvPr/>
        </p:nvSpPr>
        <p:spPr>
          <a:xfrm>
            <a:off x="10349835" y="175609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14" name="Picture 2" descr="Generated image">
            <a:extLst>
              <a:ext uri="{FF2B5EF4-FFF2-40B4-BE49-F238E27FC236}">
                <a16:creationId xmlns:a16="http://schemas.microsoft.com/office/drawing/2014/main" id="{98D9EA2A-1B31-EDFB-8930-5CB8A485A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172" y="18926"/>
            <a:ext cx="1538827" cy="1538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641D407F-71F1-DD01-2BB6-7898DBB75857}"/>
              </a:ext>
            </a:extLst>
          </p:cNvPr>
          <p:cNvSpPr/>
          <p:nvPr/>
        </p:nvSpPr>
        <p:spPr>
          <a:xfrm>
            <a:off x="6087618" y="335750"/>
            <a:ext cx="233680" cy="203200"/>
          </a:xfrm>
          <a:prstGeom prst="ellipse">
            <a:avLst/>
          </a:prstGeom>
          <a:solidFill>
            <a:srgbClr val="E737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B5F071-69EE-892A-0137-F16B4954582B}"/>
              </a:ext>
            </a:extLst>
          </p:cNvPr>
          <p:cNvSpPr txBox="1"/>
          <p:nvPr/>
        </p:nvSpPr>
        <p:spPr>
          <a:xfrm>
            <a:off x="2023581" y="6152918"/>
            <a:ext cx="3121560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chip to play the lottery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69C3E6-BBD3-2967-BEB1-AAA83091EE4F}"/>
              </a:ext>
            </a:extLst>
          </p:cNvPr>
          <p:cNvSpPr txBox="1"/>
          <p:nvPr/>
        </p:nvSpPr>
        <p:spPr>
          <a:xfrm>
            <a:off x="9325105" y="6007312"/>
            <a:ext cx="431528" cy="36933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EED58B-AA9B-B286-DA72-B6D5B4B3D91D}"/>
              </a:ext>
            </a:extLst>
          </p:cNvPr>
          <p:cNvSpPr txBox="1"/>
          <p:nvPr/>
        </p:nvSpPr>
        <p:spPr>
          <a:xfrm>
            <a:off x="780391" y="254664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78AA6C-432B-8154-4314-149D24B22E32}"/>
              </a:ext>
            </a:extLst>
          </p:cNvPr>
          <p:cNvSpPr txBox="1"/>
          <p:nvPr/>
        </p:nvSpPr>
        <p:spPr>
          <a:xfrm>
            <a:off x="10349835" y="25748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95FB43-8233-82FE-F5D0-3A57BF4993AF}"/>
              </a:ext>
            </a:extLst>
          </p:cNvPr>
          <p:cNvSpPr txBox="1"/>
          <p:nvPr/>
        </p:nvSpPr>
        <p:spPr>
          <a:xfrm>
            <a:off x="761337" y="335750"/>
            <a:ext cx="1223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Ambiguity </a:t>
            </a:r>
          </a:p>
          <a:p>
            <a:r>
              <a:rPr lang="en-US" dirty="0"/>
              <a:t>24%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5B5C34-B42D-B949-0CE3-1870CE864CE4}"/>
              </a:ext>
            </a:extLst>
          </p:cNvPr>
          <p:cNvSpPr txBox="1"/>
          <p:nvPr/>
        </p:nvSpPr>
        <p:spPr>
          <a:xfrm>
            <a:off x="656959" y="34487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$20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948FEE-8875-B94F-CDCC-5002ADAA0C70}"/>
              </a:ext>
            </a:extLst>
          </p:cNvPr>
          <p:cNvSpPr txBox="1"/>
          <p:nvPr/>
        </p:nvSpPr>
        <p:spPr>
          <a:xfrm>
            <a:off x="10349835" y="344877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4FF40A-5C5B-D0C8-B21F-68974A8DFDF9}"/>
              </a:ext>
            </a:extLst>
          </p:cNvPr>
          <p:cNvSpPr txBox="1"/>
          <p:nvPr/>
        </p:nvSpPr>
        <p:spPr>
          <a:xfrm>
            <a:off x="676014" y="426114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$50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D9422C-9634-51AB-2E63-8128C19FD741}"/>
              </a:ext>
            </a:extLst>
          </p:cNvPr>
          <p:cNvSpPr txBox="1"/>
          <p:nvPr/>
        </p:nvSpPr>
        <p:spPr>
          <a:xfrm>
            <a:off x="10368890" y="426114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C8D8F9-D19C-F144-14A2-B9172C837717}"/>
              </a:ext>
            </a:extLst>
          </p:cNvPr>
          <p:cNvSpPr txBox="1"/>
          <p:nvPr/>
        </p:nvSpPr>
        <p:spPr>
          <a:xfrm>
            <a:off x="568330" y="51342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$125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EB8B6D-6745-52D2-36DD-F37ED1953333}"/>
              </a:ext>
            </a:extLst>
          </p:cNvPr>
          <p:cNvSpPr txBox="1"/>
          <p:nvPr/>
        </p:nvSpPr>
        <p:spPr>
          <a:xfrm>
            <a:off x="10362806" y="513423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7A762D-D1A1-C779-F304-5DCA5190A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668" y="1672128"/>
            <a:ext cx="9154803" cy="6763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A4B015-7154-308D-7C9A-47F9D617A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2473304"/>
            <a:ext cx="9154803" cy="676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26F819-EA5F-BF7E-D6F2-A121CB1A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3306762"/>
            <a:ext cx="9154803" cy="676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D96094-3E68-37F0-A249-AB9DC9F76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4109985"/>
            <a:ext cx="9154803" cy="67636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B86949-AFA9-6100-0532-22F9696DC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721" y="4961889"/>
            <a:ext cx="915480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7609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7CA17-1BCB-F2BB-AA97-3E24C6CE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Uncertainty trials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C954E7B-2157-F8CE-B6AF-D81DD8629A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0451276"/>
              </p:ext>
            </p:extLst>
          </p:nvPr>
        </p:nvGraphicFramePr>
        <p:xfrm>
          <a:off x="1075960" y="1164941"/>
          <a:ext cx="9674319" cy="54221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78378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F0973-D1A0-4D4D-3663-8333A81E2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Ambiguity trials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EC6A64E0-FEF1-2CF0-B7C1-C0CCF6B725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7674458"/>
              </p:ext>
            </p:extLst>
          </p:nvPr>
        </p:nvGraphicFramePr>
        <p:xfrm>
          <a:off x="934720" y="1319665"/>
          <a:ext cx="10019868" cy="53052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55698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and white image of a sack&#10;&#10;AI-generated content may be incorrect.">
            <a:extLst>
              <a:ext uri="{FF2B5EF4-FFF2-40B4-BE49-F238E27FC236}">
                <a16:creationId xmlns:a16="http://schemas.microsoft.com/office/drawing/2014/main" id="{F1A828EF-2ED7-8C4D-F054-235B4CBFF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39" b="90576" l="2275" r="96763">
                        <a14:foregroundMark x1="10061" y1="51295" x2="12423" y2="46763"/>
                        <a14:foregroundMark x1="23622" y1="90216" x2="34121" y2="90791"/>
                        <a14:foregroundMark x1="72091" y1="28058" x2="76115" y2="32230"/>
                        <a14:foregroundMark x1="81540" y1="38561" x2="85477" y2="43453"/>
                        <a14:foregroundMark x1="88364" y1="47050" x2="91689" y2="53813"/>
                        <a14:foregroundMark x1="52143" y1="21295" x2="54593" y2="21295"/>
                        <a14:foregroundMark x1="54593" y1="21295" x2="57568" y2="21151"/>
                        <a14:foregroundMark x1="38495" y1="19856" x2="38495" y2="19856"/>
                        <a14:foregroundMark x1="38145" y1="20432" x2="39895" y2="20432"/>
                        <a14:foregroundMark x1="39895" y1="20432" x2="36745" y2="23309"/>
                        <a14:foregroundMark x1="36395" y1="28058" x2="36395" y2="25324"/>
                        <a14:foregroundMark x1="16973" y1="39568" x2="20472" y2="36115"/>
                        <a14:foregroundMark x1="23097" y1="32086" x2="28521" y2="27914"/>
                        <a14:foregroundMark x1="6824" y1="72950" x2="7874" y2="62014"/>
                        <a14:foregroundMark x1="2275" y1="86619" x2="2275" y2="85324"/>
                        <a14:foregroundMark x1="95188" y1="89209" x2="96763" y2="88489"/>
                        <a14:foregroundMark x1="70516" y1="7914" x2="71216" y2="6763"/>
                        <a14:foregroundMark x1="42082" y1="3165" x2="58705" y2="1439"/>
                        <a14:foregroundMark x1="58705" y1="1439" x2="64392" y2="1439"/>
                        <a14:foregroundMark x1="40420" y1="35971" x2="40420" y2="34676"/>
                        <a14:foregroundMark x1="43395" y1="23741" x2="43395" y2="23741"/>
                        <a14:foregroundMark x1="43395" y1="23741" x2="43395" y2="23741"/>
                        <a14:foregroundMark x1="57918" y1="18129" x2="57918" y2="181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810"/>
          <a:stretch>
            <a:fillRect/>
          </a:stretch>
        </p:blipFill>
        <p:spPr>
          <a:xfrm>
            <a:off x="4632960" y="1097281"/>
            <a:ext cx="1884172" cy="2158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83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</TotalTime>
  <Words>784</Words>
  <Application>Microsoft Office PowerPoint</Application>
  <PresentationFormat>Widescreen</PresentationFormat>
  <Paragraphs>251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Uncertainty trials</vt:lpstr>
      <vt:lpstr>Ambiguity trials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Komakhidze, Maya</dc:creator>
  <cp:lastModifiedBy>Komakhidze, Maya</cp:lastModifiedBy>
  <cp:revision>9</cp:revision>
  <dcterms:created xsi:type="dcterms:W3CDTF">2025-10-10T14:15:56Z</dcterms:created>
  <dcterms:modified xsi:type="dcterms:W3CDTF">2025-10-20T21:02:25Z</dcterms:modified>
</cp:coreProperties>
</file>